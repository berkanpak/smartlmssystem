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Chain Rule: d/dx[f(g(x))] = f prime(g(x)) times g prime(x)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